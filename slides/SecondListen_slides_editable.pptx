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819b8829be48b7" /><Relationship Type="http://schemas.openxmlformats.org/officeDocument/2006/relationships/extended-properties" Target="/docProps/app.xml" Id="R9dd633ca61b544fd" /><Relationship Type="http://schemas.openxmlformats.org/officeDocument/2006/relationships/officeDocument" Target="/ppt/presentation.xml" Id="R103ef28ff7d8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5e0f30c3c4500"/>
  </p:sldMasterIdLst>
  <p:notesMasterIdLst>
    <p:notesMasterId xmlns:r="http://schemas.openxmlformats.org/officeDocument/2006/relationships" r:id="R186fcf0510094965"/>
  </p:notesMasterIdLst>
  <p:sldIdLst>
    <p:sldId xmlns:r="http://schemas.openxmlformats.org/officeDocument/2006/relationships" id="256" r:id="R54528feef4974fec"/>
    <p:sldId xmlns:r="http://schemas.openxmlformats.org/officeDocument/2006/relationships" id="257" r:id="Ra1ae1ff952114429"/>
    <p:sldId xmlns:r="http://schemas.openxmlformats.org/officeDocument/2006/relationships" id="258" r:id="R8f1c1ab339874583"/>
    <p:sldId xmlns:r="http://schemas.openxmlformats.org/officeDocument/2006/relationships" id="259" r:id="R389da0cf7afd479a"/>
    <p:sldId xmlns:r="http://schemas.openxmlformats.org/officeDocument/2006/relationships" id="260" r:id="Ra4d7f8cd79d646f0"/>
    <p:sldId xmlns:r="http://schemas.openxmlformats.org/officeDocument/2006/relationships" id="261" r:id="R602237da5cab4841"/>
    <p:sldId xmlns:r="http://schemas.openxmlformats.org/officeDocument/2006/relationships" id="262" r:id="Rea452a208bc84c02"/>
    <p:sldId xmlns:r="http://schemas.openxmlformats.org/officeDocument/2006/relationships" id="263" r:id="R1deba885952f46c7"/>
    <p:sldId xmlns:r="http://schemas.openxmlformats.org/officeDocument/2006/relationships" id="264" r:id="R0b035829880b4972"/>
    <p:sldId xmlns:r="http://schemas.openxmlformats.org/officeDocument/2006/relationships" id="265" r:id="R18c9901cc85b4b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0908c9d5b4de6" /><Relationship Type="http://schemas.openxmlformats.org/officeDocument/2006/relationships/slideMaster" Target="/ppt/slideMasters/slideMaster1.xml" Id="R1df5e0f30c3c4500" /><Relationship Type="http://schemas.openxmlformats.org/officeDocument/2006/relationships/notesMaster" Target="/ppt/notesMasters/notesMaster1.xml" Id="R186fcf0510094965" /><Relationship Type="http://schemas.openxmlformats.org/officeDocument/2006/relationships/presProps" Target="/ppt/presProps.xml" Id="R43180f21cdeb4b29" /><Relationship Type="http://schemas.openxmlformats.org/officeDocument/2006/relationships/tableStyles" Target="/ppt/tableStyles.xml" Id="R0d780c94372040e0" /><Relationship Type="http://schemas.openxmlformats.org/officeDocument/2006/relationships/slide" Target="/ppt/slides/slide1.xml" Id="R54528feef4974fec" /><Relationship Type="http://schemas.openxmlformats.org/officeDocument/2006/relationships/slide" Target="/ppt/slides/slide2.xml" Id="Ra1ae1ff952114429" /><Relationship Type="http://schemas.openxmlformats.org/officeDocument/2006/relationships/slide" Target="/ppt/slides/slide3.xml" Id="R8f1c1ab339874583" /><Relationship Type="http://schemas.openxmlformats.org/officeDocument/2006/relationships/slide" Target="/ppt/slides/slide4.xml" Id="R389da0cf7afd479a" /><Relationship Type="http://schemas.openxmlformats.org/officeDocument/2006/relationships/slide" Target="/ppt/slides/slide5.xml" Id="Ra4d7f8cd79d646f0" /><Relationship Type="http://schemas.openxmlformats.org/officeDocument/2006/relationships/slide" Target="/ppt/slides/slide6.xml" Id="R602237da5cab4841" /><Relationship Type="http://schemas.openxmlformats.org/officeDocument/2006/relationships/slide" Target="/ppt/slides/slide7.xml" Id="Rea452a208bc84c02" /><Relationship Type="http://schemas.openxmlformats.org/officeDocument/2006/relationships/slide" Target="/ppt/slides/slide8.xml" Id="R1deba885952f46c7" /><Relationship Type="http://schemas.openxmlformats.org/officeDocument/2006/relationships/slide" Target="/ppt/slides/slide9.xml" Id="R0b035829880b4972" /><Relationship Type="http://schemas.openxmlformats.org/officeDocument/2006/relationships/slide" Target="/ppt/slides/slide10.xml" Id="R18c9901cc85b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1187c4ee8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adf21bd8f4352" /><Relationship Type="http://schemas.openxmlformats.org/officeDocument/2006/relationships/notesMaster" Target="/ppt/notesMasters/notesMaster1.xml" Id="Ree994defa52f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d124eda1724deb" /><Relationship Type="http://schemas.openxmlformats.org/officeDocument/2006/relationships/notesMaster" Target="/ppt/notesMasters/notesMaster1.xml" Id="R07b45cf3b51a4e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447bdfd8404f82" /><Relationship Type="http://schemas.openxmlformats.org/officeDocument/2006/relationships/notesMaster" Target="/ppt/notesMasters/notesMaster1.xml" Id="R3a9814dcba03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4361e8733a4ced" /><Relationship Type="http://schemas.openxmlformats.org/officeDocument/2006/relationships/notesMaster" Target="/ppt/notesMasters/notesMaster1.xml" Id="R2002d42ad83a49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ca3332d92e4f0d" /><Relationship Type="http://schemas.openxmlformats.org/officeDocument/2006/relationships/notesMaster" Target="/ppt/notesMasters/notesMaster1.xml" Id="Rda6bba13e8174f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1a5269bf84d58" /><Relationship Type="http://schemas.openxmlformats.org/officeDocument/2006/relationships/notesMaster" Target="/ppt/notesMasters/notesMaster1.xml" Id="R02ee9cef9972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f57b74f8064056" /><Relationship Type="http://schemas.openxmlformats.org/officeDocument/2006/relationships/notesMaster" Target="/ppt/notesMasters/notesMaster1.xml" Id="R88d21759c37444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c5a836bd3e4441" /><Relationship Type="http://schemas.openxmlformats.org/officeDocument/2006/relationships/notesMaster" Target="/ppt/notesMasters/notesMaster1.xml" Id="R6047fa29973644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84c92840e0499a" /><Relationship Type="http://schemas.openxmlformats.org/officeDocument/2006/relationships/notesMaster" Target="/ppt/notesMasters/notesMaster1.xml" Id="R454527ebb26b47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4f51ae18514464" /><Relationship Type="http://schemas.openxmlformats.org/officeDocument/2006/relationships/notesMaster" Target="/ppt/notesMasters/notesMaster1.xml" Id="Ref8069d9ce2f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positioning. Source: project README and submission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fictional scenario used throughout the product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the recorded live-mode product run. Project 8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CFO scenario and response are illustrative. The behavior follows the published evidence-led playbook.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the recorded live-mode product run. Project 8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Upload path uses AssemblyAI Universal-2. Screenshot uses a fictional Project 9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 link: https://youtu.be/51TKhR5Vg48. Product execution is real. All company data and scenarios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app/deployment/browser/app.js, app/transcribe.py,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positioning and product boundary from the project README and evidence-led playbook.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https://second-listen-wcap.onrender.com/. Video: https://youtu.be/51TKhR5Vg48. Repository: https://github.com/cezum/second-listen.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e96a935e54a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e90716a3c4706" /><Relationship Type="http://schemas.openxmlformats.org/officeDocument/2006/relationships/slideLayout" Target="/ppt/slideLayouts/slideLayout1.xml" Id="R6d6f1f9db3e5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6f1f9db3e5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340e332064331" /><Relationship Type="http://schemas.openxmlformats.org/officeDocument/2006/relationships/notesSlide" Target="/ppt/notesSlides/notesSlide1.xml" Id="R122ad51c6c43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50940b7e447f7" /><Relationship Type="http://schemas.openxmlformats.org/officeDocument/2006/relationships/notesSlide" Target="/ppt/notesSlides/notesSlide2.xml" Id="R0d37feefac1049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f434254ff46dc" /><Relationship Type="http://schemas.openxmlformats.org/officeDocument/2006/relationships/image" Target="/ppt/media/image.jpeg" Id="R1bc88f2cc25f4024" /><Relationship Type="http://schemas.openxmlformats.org/officeDocument/2006/relationships/notesSlide" Target="/ppt/notesSlides/notesSlide3.xml" Id="R502997c93f67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02371c7e44fa" /><Relationship Type="http://schemas.openxmlformats.org/officeDocument/2006/relationships/notesSlide" Target="/ppt/notesSlides/notesSlide4.xml" Id="R5dc6b3564cf5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30bf076b4d25" /><Relationship Type="http://schemas.openxmlformats.org/officeDocument/2006/relationships/image" Target="/ppt/media/image2.jpeg" Id="R35ee955332834d11" /><Relationship Type="http://schemas.openxmlformats.org/officeDocument/2006/relationships/notesSlide" Target="/ppt/notesSlides/notesSlide5.xml" Id="R6b653be02a8b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8028376fd42b0" /><Relationship Type="http://schemas.openxmlformats.org/officeDocument/2006/relationships/image" Target="/ppt/media/image3.jpeg" Id="R1653328afcb347a7" /><Relationship Type="http://schemas.openxmlformats.org/officeDocument/2006/relationships/notesSlide" Target="/ppt/notesSlides/notesSlide6.xml" Id="R44c3e5230672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06ebc469845f6" /><Relationship Type="http://schemas.openxmlformats.org/officeDocument/2006/relationships/image" Target="/ppt/media/image.png" Id="R79a6c6b1859f46a2" /><Relationship Type="http://schemas.openxmlformats.org/officeDocument/2006/relationships/notesSlide" Target="/ppt/notesSlides/notesSlide7.xml" Id="R41e87294379a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b52d6fd2e421c" /><Relationship Type="http://schemas.openxmlformats.org/officeDocument/2006/relationships/notesSlide" Target="/ppt/notesSlides/notesSlide8.xml" Id="R3d5c745bf278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ba80aafe4b05" /><Relationship Type="http://schemas.openxmlformats.org/officeDocument/2006/relationships/notesSlide" Target="/ppt/notesSlides/notesSlide9.xml" Id="Rd7803fa6ffb947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8989ef770462f" /><Relationship Type="http://schemas.openxmlformats.org/officeDocument/2006/relationships/notesSlide" Target="/ppt/notesSlides/notesSlide10.xml" Id="R657c615183674e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43890-071C-457F-A9CD-8C9BF0F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LABLAB.AI x ASSEMBLYAI VOICE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2ED0-9FCE-42CA-BC3E-67B1F7B4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Second Listen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D136-4E65-49AC-B5EE-8769A38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CA62E-10B6-4C5D-A7A6-B3ADEC99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76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1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Talk through what changed.</a:t>
            </a:r>
          </a:p>
          <a:p xmlns:a="http://schemas.openxmlformats.org/drawingml/2006/main">
            <a:pPr algn="l">
              <a:defRPr sz="2400" b="0" i="1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Leave with evidence and the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FA3E-8245-4F44-B278-D16BD3F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Voice agent for post-investment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7EF56-A170-4D0B-813D-6F47F11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Built on AssemblyAI Voice Agent API and Universal-2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7B4A3-3946-42C3-B357-FE0E0A5F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0876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695B8-487D-49C7-988C-1DEE7F5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THE MISSED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D83A5-D2A9-4A47-8DE5-BCEF1C9C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82D71-83E8-490C-A008-70E81A9E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The sentence no dashboard captures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B4041-92D3-48EC-B7FE-3C220247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1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3600" b="1" i="1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“The CFO left last week.”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C7122-14C8-40D1-A4FE-08CB351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A KPI report can show runway. It cannot preserve the moment an investor hears who left, what changed, or what still needs an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4569D-726B-418B-962B-E2ECA682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By quarter-end, the quote and the promised follow-up have usually disappeared into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15423-62FF-470E-B7C8-071097C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B50DC-6FA5-442A-9106-DEE7D6E3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Second Listen captures conversation signals while they are still fresh.</a:t>
            </a:r>
          </a:p>
        </p:txBody>
      </p:sp>
    </p:spTree>
    <p:extLst>
      <p:ext uri="{BB962C8B-B14F-4D97-AF65-F5344CB8AC3E}">
        <p14:creationId xmlns:p14="http://schemas.microsoft.com/office/powerpoint/2010/main" val="383350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E6556-81F8-4C74-B5D2-7E91BA93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6120A-3A97-473D-BC0A-1A8FCC49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76B7D-7F04-4FC2-9AA2-A0D44B7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A short debrief becomes an operating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39E07-04E2-4E66-ADAC-5581A9E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1  Speak naturally after the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01B8E-A5D8-488B-9266-8D00FC8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2  Answer one focused question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867F1-77CC-4488-9D43-0795BDBD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3  Leave with quote-backed evidence and agreed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7FE2F-4D11-4310-8A0B-6D6D5FA2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Each action keeps its owner, deadline, and the moment it was agreed.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26FE8-67E2-4883-BABC-614B7B71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650"/>
            <a:ext cx="661035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B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88f2cc25f4024"/>
          <a:srcRect xmlns:a="http://schemas.openxmlformats.org/drawingml/2006/main" l="73" t="0" r="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828800"/>
            <a:ext cx="6496050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229BF-8277-46ED-A387-35328B0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72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Recorded live-mode run using fictional Project 8</a:t>
            </a:r>
          </a:p>
        </p:txBody>
      </p:sp>
    </p:spTree>
    <p:extLst>
      <p:ext uri="{BB962C8B-B14F-4D97-AF65-F5344CB8AC3E}">
        <p14:creationId xmlns:p14="http://schemas.microsoft.com/office/powerpoint/2010/main" val="168237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04528-C4C1-459B-8A8C-929BBA1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PLAYBOOK-GUIDED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2F46E-0770-4FCF-8653-F369B27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1A7A5-1471-4BFF-AB3E-BCB0B71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The follow-up a summary would miss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85430-14D4-4662-8406-572E4E12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INVESTOR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749A-D95C-40E6-A56F-C7269EE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“The CFO left last week.”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843E-80EB-4486-8873-DE31B81A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84417-A49F-471B-BBA5-F698756B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SECOND LISTEN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A3260-6CE1-4400-BBCD-AAC29EB5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“Who covers finance now?”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B196-E0FE-412F-B3E4-999E347A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31432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EE7DC"/>
          </a:solidFill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B6D66-7AC7-4752-91BD-36003F0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WHAT GETS FILED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BE831-943D-495B-B041-6E50FFE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Source quote kept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1F8D1-4097-4015-808D-7806514C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Review flag raised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0B2F2-76D2-454E-A06E-CF7E39F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Follow-up gets an owner and due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3F1D7-1703-4C35-B9A7-C0CF36F5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609F1-2861-482D-AB13-DDEFB4BF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The AI surfaces evidence. An authorized person makes the final risk decision.</a:t>
            </a:r>
          </a:p>
        </p:txBody>
      </p:sp>
    </p:spTree>
    <p:extLst>
      <p:ext uri="{BB962C8B-B14F-4D97-AF65-F5344CB8AC3E}">
        <p14:creationId xmlns:p14="http://schemas.microsoft.com/office/powerpoint/2010/main" val="2040316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A52DC-1E5F-46D3-8B98-CBBE2A0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CROSS-DEBRIEF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73751-72DC-4749-A0E9-8D13268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25396-4D56-4453-92F7-98ED589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Last week’s actions reopen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C8D43-F14A-4731-8500-65BB27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3533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B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e955332834d11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7239000" cy="4076700"/>
          </a:xfrm>
          <a:prstGeom xmlns:a="http://schemas.openxmlformats.org/drawingml/2006/main" prst="roundRect">
            <a:avLst>
              <a:gd name="adj" fmla="val 186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D8D4-3E26-496B-B28A-BE284449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The next check-in starts with unfinished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1290C-6C86-40BA-B2F6-E75BE92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The agent asks about each open action before moving to new topics. The investor does not need to reconstruct the last call from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4893-30D2-4366-A8AE-A9CD454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9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Fictional Project 8</a:t>
            </a:r>
          </a:p>
        </p:txBody>
      </p:sp>
    </p:spTree>
    <p:extLst>
      <p:ext uri="{BB962C8B-B14F-4D97-AF65-F5344CB8AC3E}">
        <p14:creationId xmlns:p14="http://schemas.microsoft.com/office/powerpoint/2010/main" val="160679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76FA8-07AE-4B41-AA4F-F03C7C9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RECORDING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46562-4BF1-475E-94A6-DE6674C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B36D0-1E5D-4A08-B3DD-65E5A350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Already have a call recording?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DADC2-335C-42EC-BA19-29158A26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191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Upload it. Universal-2 transcribes multilingual audio, including Chinese. The same playbook returns candidate signals, review flags, and open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A2548-0511-487C-8ECD-60B63A3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The built-in fallback still surfaces candidates for human review when no compatible LLM is configured.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5E391-EF69-4B14-91BC-E6FB42C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52600"/>
            <a:ext cx="6534150" cy="3724275"/>
          </a:xfrm>
          <a:prstGeom xmlns:a="http://schemas.openxmlformats.org/drawingml/2006/main" prst="roundRect">
            <a:avLst>
              <a:gd name="adj" fmla="val 3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B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3328afcb347a7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809750"/>
            <a:ext cx="6419850" cy="3609975"/>
          </a:xfrm>
          <a:prstGeom xmlns:a="http://schemas.openxmlformats.org/drawingml/2006/main" prst="roundRect">
            <a:avLst>
              <a:gd name="adj" fmla="val 211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09771-6D16-4179-9094-7BC94188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Fictional Project 9 recording</a:t>
            </a:r>
          </a:p>
        </p:txBody>
      </p:sp>
    </p:spTree>
    <p:extLst>
      <p:ext uri="{BB962C8B-B14F-4D97-AF65-F5344CB8AC3E}">
        <p14:creationId xmlns:p14="http://schemas.microsoft.com/office/powerpoint/2010/main" val="723668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7F1B2-6B55-4EA1-936E-F1E1951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DEMO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15702-0794-4973-A065-940B8FB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DB427-6162-4351-A339-A863842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Watch the 3:44 product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1AAD5-7548-421F-B19E-BE3BBD58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3055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B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6c6b1859f46a2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28800"/>
            <a:ext cx="6191250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C5599-5B11-4CFA-B4DA-C898EA1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71825"/>
            <a:ext cx="14097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9C3B22"/>
          </a:solidFill>
          <a:ln xmlns:a="http://schemas.openxmlformats.org/drawingml/2006/main" w="9525">
            <a:solidFill>
              <a:srgbClr val="9C3B2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45D3-C01D-4B28-8E84-79C034A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24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2FB57-19A5-438A-AE43-1CE4EC87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A recorded live-mode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1F526-5B5C-4189-AFA8-360ADC02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Project 8 and Project 9 are fictional. One quiet section was removed for length. The live segments otherwise run at their recorded 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1E5A1-9C36-4D15-B30B-828270C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youtu.be/51TKhR5Vg48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465FB-F103-4116-BC37-7425534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F08F0-51D1-4291-91C6-0A690F55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No scripted sample playback. The live path runs on AssemblyAI Voice Agent API.</a:t>
            </a:r>
          </a:p>
        </p:txBody>
      </p:sp>
    </p:spTree>
    <p:extLst>
      <p:ext uri="{BB962C8B-B14F-4D97-AF65-F5344CB8AC3E}">
        <p14:creationId xmlns:p14="http://schemas.microsoft.com/office/powerpoint/2010/main" val="1589258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7B90B-E2CA-4AF5-BBC2-36658308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FE6ED-8263-4257-833B-7EBE76E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44D85-DF93-49AE-A256-1E02004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Two AssemblyAI paths, one evidence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D0534-7931-49BF-B4AC-081623EB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LIVE DEBRIEF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8780D-B7D5-4602-AB90-2475D983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AssemblyAI Voice Agent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A3B91-B733-4FBA-ABDC-634C5053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One WebSocket handles speech recognition, agent reasoning, voice output, turn detection, interruption handling, and JSON-schema tool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7F7E-48C4-4789-9859-0AE16120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658F6-9BBB-488B-9DE1-E987CA6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AF0A7-8DB0-4F44-BD66-DA8BA912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RECORDING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CDA0-F0C9-47A0-816E-C1BDF69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Universal-2 plus a pluggable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5FBC7-BA77-46BB-A9E6-6BFE953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Universal-2 provides broad multilingual transcription. A configured OpenAI-compatible LLM applies the same evidence framework to the transcript.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80895-D245-4C22-84A3-71D6E3B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55647-9488-426A-A650-B5D4280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Python standard-library backend. Browser audio connects directly to the Voice Agent WebSocket.</a:t>
            </a:r>
          </a:p>
        </p:txBody>
      </p:sp>
    </p:spTree>
    <p:extLst>
      <p:ext uri="{BB962C8B-B14F-4D97-AF65-F5344CB8AC3E}">
        <p14:creationId xmlns:p14="http://schemas.microsoft.com/office/powerpoint/2010/main" val="628137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E38C1-D3A1-42B9-9B3D-1BD053EC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BUSINESS VALUE AND ORIGINALITY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EC112-B233-4975-9FE4-A423F647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A8731-8101-44E2-84B7-A700CED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35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Built for the team that owns post-investment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5757E-A1AE-4405-AB8F-280350D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BUYER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00121-15AB-4907-AAE0-06B82A0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Fund post-investment and risk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8F9B8-92AF-42EA-8603-EE4142DC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They already have a risk process on paper. Conversations still have no direct path into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57A28-B3F2-4539-BC7E-3C45054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DIFFERENTIATOR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B17CE-6164-4556-AA14-222BFE87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A domain playbook that knows what to 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45F14-F229-4A2C-B6E1-479D171F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B332C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3B332C"/>
                </a:solidFill>
                <a:latin typeface="Georgia"/>
                <a:ea typeface="Georgia"/>
                <a:cs typeface="Georgia"/>
              </a:rPr>
              <a:t>Every surfaced signal keeps the quote behind it. The final judgment stays with an authorized human.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6F206-33F0-4A45-91AC-BCDCB91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42CA6-8BAF-4D04-8237-5B8809E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Post-investment is the first domain. The same method can carry another review checklist.</a:t>
            </a:r>
          </a:p>
        </p:txBody>
      </p:sp>
    </p:spTree>
    <p:extLst>
      <p:ext uri="{BB962C8B-B14F-4D97-AF65-F5344CB8AC3E}">
        <p14:creationId xmlns:p14="http://schemas.microsoft.com/office/powerpoint/2010/main" val="1348995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4FA15-D09B-4444-9F80-BEE987E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TRY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7C782-3BEE-42B5-AE4E-FC18146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DC19-8BFD-4CCF-AE38-65D36CCE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Your first fictional check-in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8B3D-BDAB-4B3A-8FCA-158FEF6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6436F-E104-4ECF-9B7E-FADE4FE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Open the live demo and enter Project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52F7E-0DF4-42BE-BA1E-9164435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A63C9-2D18-42A3-AC31-46FF5F0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Say: “The CFO left last week. I do not know who covers finance.”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7ABB9-7EEB-46D9-AE05-E723E2E1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9C3B22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C43CD-3AA4-4A3F-BD94-836EBCBA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B1714"/>
                </a:solidFill>
                <a:latin typeface="Georgia"/>
                <a:ea typeface="Georgia"/>
                <a:cs typeface="Georgia"/>
              </a:rPr>
              <a:t>Watch what the agent asks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E9562-F821-4101-89D2-A0C36842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7524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9C3B22"/>
          </a:solidFill>
          <a:ln xmlns:a="http://schemas.openxmlformats.org/drawingml/2006/main" w="9525">
            <a:solidFill>
              <a:srgbClr val="9C3B2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B42E5-38A2-4B0D-9B6A-0237E298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second-listen-wcap.onrender.com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6927-B971-4BEA-9F08-DE725361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19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Video  youtu.be/51TKhR5Vg48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1A46D-6F2A-4B3C-AB5E-07A3E33C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8A7A6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8A7A66"/>
                </a:solidFill>
                <a:latin typeface="Georgia"/>
                <a:ea typeface="Georgia"/>
                <a:cs typeface="Georgia"/>
              </a:rPr>
              <a:t>Code  github.com/cezum/second-listen</a:t>
            </a:r>
          </a:p>
        </p:txBody>
      </p:sp>
    </p:spTree>
    <p:extLst>
      <p:ext uri="{BB962C8B-B14F-4D97-AF65-F5344CB8AC3E}">
        <p14:creationId xmlns:p14="http://schemas.microsoft.com/office/powerpoint/2010/main" val="1465194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2026-09-10T04:02:58.3650000Z</dcterms:created>
  <dcterms:modified xsi:type="dcterms:W3CDTF">2026-09-10T04:02:58.3650000Z</dcterms:modified>
</coreProperties>
</file>